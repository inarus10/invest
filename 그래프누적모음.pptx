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936"/>
    <a:srgbClr val="F8766D"/>
    <a:srgbClr val="FF61C3"/>
    <a:srgbClr val="D39200"/>
    <a:srgbClr val="DB72FB"/>
    <a:srgbClr val="93AA00"/>
    <a:srgbClr val="00C1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2C807-892E-BA8D-158E-88F85E2FF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E02138-D093-44A4-1F57-943D79FFA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0795B-0F16-7554-9A20-B8813F88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2432A-559C-7BF5-1EBA-D1CB90AD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92D95B-DB5D-141A-65A7-FE559887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68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63D48-7848-A032-0593-6A628B3B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2DD24-5776-4B69-ADBC-C79FC600F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8A97EE-6961-A050-9C5E-58EC52D8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3CA339-8F34-BAA9-0602-845AA8C6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0275E5-1E46-7437-2DF6-64885D2F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4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D1EC1-572D-AEF8-43FF-C7B3E028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DC66D7-E264-7AEE-F8D7-7BDD06EC8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0750F-5F5E-45C5-71D3-C3D37D32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4ED583-1875-B840-A2FA-00FA7FEE8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334EB-7852-C9F8-A0C5-D5DE90C0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70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4A4B4-15CC-6C90-49B0-CB0357C9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17EF9-8196-E05B-A4BE-2891EC946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8A8D27-F574-A4B3-42BE-C6D0C4198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A0C7-9564-ADBA-8E51-98D35F07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E04FE-A5F5-591A-EE75-62CF436C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AB5067-2E14-7344-4E3E-0A2E82AA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73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B3D88-A392-C510-5769-02A786E6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6F886-E0CD-430F-C382-133942892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BA4CE9-6128-C114-BB1F-43055EBAE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7387D1-0F48-38DA-4CDD-78FE43DD8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ADE9B6-78DB-3EEF-FDCC-E46D5DDB3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42C1BB-CFBD-E89D-FA30-7DD827E1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2BD6D1-BEB3-13E0-CE1E-9CEC24BC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CD93A6-4D4D-2A3D-53F6-C6010ECF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16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9B51E-6BD3-2E10-A5FF-3DECF7A1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95F381-A3C5-41EE-378A-C19B1A29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81868C-1B26-3B2D-C5F0-25796BC1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183316-A303-B732-5AB9-5A59F7F2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12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00F584-A8D6-6DF4-7A87-D8E8DE32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9582B7-8FF4-DF82-2BD9-1CB4893C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63E7A-6481-51E0-7CB4-B2620882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91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16EFC-DA7E-2580-0E3E-261670DE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0BE48-402D-FE63-D0CC-E18103650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BB85AF-ECED-A3B1-9E9D-AE2EF6CE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0E6FE2-1B47-081E-1B73-071B924F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192D72-17B7-AEBF-2E76-D015C56B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F3A26-BFCE-7AAE-E70F-936CBB0A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8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879AD-68C7-E25C-E86F-24BDD96A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A1AD28-9577-D965-88D3-9FD87E578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15FC63-2CEA-7A9C-6EAD-28BEB94D0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98C4CB-AD04-C1DE-9119-7D0865DC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D6D7D5-65A0-B88B-0957-01C4A28C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D1384-8FFC-F62C-3051-3F78D936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76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E440A-050F-EBCC-FE3F-4B4EE304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8230CB-EF7E-F486-EBAB-C775DE699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E44AA-E4E7-2414-312F-0EAC5857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61E43-841E-482E-CAFC-4B320929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7D4AB2-30A2-AAF9-1B16-6B16F6C2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668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779B88-38BD-D69D-B06F-2B6A8B673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A981A7-C325-B9EA-9541-C020AD750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3DF57-4AE8-6D83-70DE-149FA7EA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C0A541-88E2-4042-4D05-CF85DC2F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97686-75E6-FB22-DE95-6FC1721F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23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E8831A-FF19-CDD2-BCF3-5200C8D24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C85949-5145-D2E8-646A-5F0BF97C6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3E0035-4023-D0E5-F130-CFBE394A7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38D5C-78AF-4181-8FB1-5E40C0291227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B4330-645E-478E-DFBB-B3146B48F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33415-C13F-8D93-6AAF-E21C32657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02D30-8F06-4881-B862-F1848D811A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5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9BD273-003E-8E93-F90C-59CEBA806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16" y="857118"/>
            <a:ext cx="11049568" cy="51437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3091F2-A0FD-0997-B49C-34B67D4D2FB1}"/>
              </a:ext>
            </a:extLst>
          </p:cNvPr>
          <p:cNvSpPr txBox="1"/>
          <p:nvPr/>
        </p:nvSpPr>
        <p:spPr>
          <a:xfrm>
            <a:off x="11051397" y="2139733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00C19F"/>
                </a:solidFill>
              </a:rPr>
              <a:t>코스피</a:t>
            </a:r>
            <a:r>
              <a:rPr lang="en-US" altLang="ko-KR" sz="1000">
                <a:solidFill>
                  <a:srgbClr val="00C19F"/>
                </a:solidFill>
              </a:rPr>
              <a:t>200</a:t>
            </a:r>
            <a:endParaRPr lang="ko-KR" altLang="en-US" sz="1000">
              <a:solidFill>
                <a:srgbClr val="00C19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AC91A-9EC3-E154-8A8E-0AD04B834945}"/>
              </a:ext>
            </a:extLst>
          </p:cNvPr>
          <p:cNvSpPr txBox="1"/>
          <p:nvPr/>
        </p:nvSpPr>
        <p:spPr>
          <a:xfrm>
            <a:off x="10860126" y="3040846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93AA00"/>
                </a:solidFill>
              </a:rPr>
              <a:t>아시아</a:t>
            </a:r>
            <a:r>
              <a:rPr lang="en-US" altLang="ko-KR" sz="1000">
                <a:solidFill>
                  <a:srgbClr val="93AA00"/>
                </a:solidFill>
              </a:rPr>
              <a:t>TOP50</a:t>
            </a:r>
            <a:endParaRPr lang="ko-KR" altLang="en-US" sz="1000">
              <a:solidFill>
                <a:srgbClr val="93AA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5808C0-B53A-4E31-D700-DF7AC66EA402}"/>
              </a:ext>
            </a:extLst>
          </p:cNvPr>
          <p:cNvSpPr txBox="1"/>
          <p:nvPr/>
        </p:nvSpPr>
        <p:spPr>
          <a:xfrm>
            <a:off x="10889786" y="3475548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DB72FB"/>
                </a:solidFill>
              </a:rPr>
              <a:t>나스닥</a:t>
            </a:r>
            <a:r>
              <a:rPr lang="en-US" altLang="ko-KR" sz="1000">
                <a:solidFill>
                  <a:srgbClr val="DB72FB"/>
                </a:solidFill>
              </a:rPr>
              <a:t>100</a:t>
            </a:r>
            <a:endParaRPr lang="ko-KR" altLang="en-US" sz="1000">
              <a:solidFill>
                <a:srgbClr val="DB72FB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EB7CF-80C7-B386-4B42-E8F506428E37}"/>
              </a:ext>
            </a:extLst>
          </p:cNvPr>
          <p:cNvSpPr txBox="1"/>
          <p:nvPr/>
        </p:nvSpPr>
        <p:spPr>
          <a:xfrm>
            <a:off x="11042186" y="3910250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D39200"/>
                </a:solidFill>
              </a:rPr>
              <a:t>미국채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F75B9-277B-05D8-14E3-573593A19013}"/>
              </a:ext>
            </a:extLst>
          </p:cNvPr>
          <p:cNvSpPr txBox="1"/>
          <p:nvPr/>
        </p:nvSpPr>
        <p:spPr>
          <a:xfrm>
            <a:off x="11047298" y="411788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61C3"/>
                </a:solidFill>
              </a:rPr>
              <a:t>달러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0674BB-CF7A-047C-1671-601287F9F6A7}"/>
              </a:ext>
            </a:extLst>
          </p:cNvPr>
          <p:cNvSpPr txBox="1"/>
          <p:nvPr/>
        </p:nvSpPr>
        <p:spPr>
          <a:xfrm>
            <a:off x="11046273" y="4466667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8766D"/>
                </a:solidFill>
              </a:rPr>
              <a:t>금</a:t>
            </a:r>
            <a:r>
              <a:rPr lang="en-US" altLang="ko-KR" sz="1000">
                <a:solidFill>
                  <a:srgbClr val="FF61C3"/>
                </a:solidFill>
              </a:rPr>
              <a:t>,</a:t>
            </a:r>
            <a:r>
              <a:rPr lang="ko-KR" altLang="en-US" sz="1000">
                <a:solidFill>
                  <a:srgbClr val="00B936"/>
                </a:solidFill>
              </a:rPr>
              <a:t>코스닥</a:t>
            </a:r>
          </a:p>
        </p:txBody>
      </p:sp>
    </p:spTree>
    <p:extLst>
      <p:ext uri="{BB962C8B-B14F-4D97-AF65-F5344CB8AC3E}">
        <p14:creationId xmlns:p14="http://schemas.microsoft.com/office/powerpoint/2010/main" val="343315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[6학년 9반]김우현</dc:creator>
  <cp:lastModifiedBy>[6학년 9반]김우현</cp:lastModifiedBy>
  <cp:revision>1</cp:revision>
  <dcterms:created xsi:type="dcterms:W3CDTF">2026-06-30T12:07:57Z</dcterms:created>
  <dcterms:modified xsi:type="dcterms:W3CDTF">2026-06-30T12:12:28Z</dcterms:modified>
</cp:coreProperties>
</file>